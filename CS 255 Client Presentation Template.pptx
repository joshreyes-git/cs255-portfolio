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0" r:id="rId3"/>
    <p:sldId id="261" r:id="rId4"/>
    <p:sldId id="267" r:id="rId5"/>
    <p:sldId id="263" r:id="rId6"/>
    <p:sldId id="265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A130E6-4B16-1DF3-0BA2-4AA1B63F5658}" v="15" dt="2026-04-19T14:33:41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6" autoAdjust="0"/>
    <p:restoredTop sz="65796" autoAdjust="0"/>
  </p:normalViewPr>
  <p:slideViewPr>
    <p:cSldViewPr snapToGrid="0">
      <p:cViewPr varScale="1">
        <p:scale>
          <a:sx n="71" d="100"/>
          <a:sy n="71" d="100"/>
        </p:scale>
        <p:origin x="4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[No</a:t>
            </a:r>
            <a:r>
              <a:rPr lang="en-US" baseline="0" dirty="0"/>
              <a:t> speaker notes required for this slide.]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 your speaker notes, include an</a:t>
            </a:r>
            <a:r>
              <a:rPr lang="en-US" baseline="0" dirty="0"/>
              <a:t> explanation </a:t>
            </a:r>
            <a:r>
              <a:rPr lang="en-US" dirty="0"/>
              <a:t>of</a:t>
            </a:r>
            <a:r>
              <a:rPr lang="en-US" baseline="0" dirty="0"/>
              <a:t> the different requirements you determined for </a:t>
            </a:r>
            <a:r>
              <a:rPr lang="en-US" baseline="0" dirty="0" err="1"/>
              <a:t>DriverPass’s</a:t>
            </a:r>
            <a:r>
              <a:rPr lang="en-US" baseline="0" dirty="0"/>
              <a:t> system. What are the functional requirements you selected to describe? What are the nonfunctional requirements you selected to describe? Be sure to explain how these requirements meet </a:t>
            </a:r>
            <a:r>
              <a:rPr lang="en-US" baseline="0" dirty="0" err="1"/>
              <a:t>DriverPass’s</a:t>
            </a:r>
            <a:r>
              <a:rPr lang="en-US" baseline="0" dirty="0"/>
              <a:t> needs.]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6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[Explain</a:t>
            </a:r>
            <a:r>
              <a:rPr lang="en-US" baseline="0" dirty="0"/>
              <a:t> your diagram. Who are the different actors in the system? What are the different use cases?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terms like “actors” and “use cases” in your explanation.]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5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[Explain</a:t>
            </a:r>
            <a:r>
              <a:rPr lang="en-US" baseline="0" dirty="0"/>
              <a:t> your diagram. Which use case are you breaking down? What are the steps for this use case?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technical terms such as “nodes,” “control flows,” and so on.]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[How</a:t>
            </a:r>
            <a:r>
              <a:rPr lang="en-US" baseline="0" dirty="0"/>
              <a:t> did you consider security in your design? In your explanation, keep your audience in mind by avoiding the use of technical 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11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[What are the limitations of your design?</a:t>
            </a:r>
            <a:r>
              <a:rPr lang="en-US" baseline="0" dirty="0"/>
              <a:t> In your explanation, keep your audience in mind by avoiding the use </a:t>
            </a:r>
            <a:r>
              <a:rPr lang="en-US" baseline="0"/>
              <a:t>of technical </a:t>
            </a:r>
            <a:r>
              <a:rPr lang="en-US" baseline="0" dirty="0"/>
              <a:t>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6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DriverPass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Joshua Reyes</a:t>
            </a:r>
            <a:endParaRPr dirty="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8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The system shall allow users to create accounts and log in </a:t>
            </a:r>
            <a:endParaRPr lang="en-US" sz="24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The system shall allow customers to schedule, cancel, and modify driving lessons 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The system should be accessible on desktop and mobile devices 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The system should load and respond within a few seconds </a:t>
            </a:r>
            <a:endParaRPr>
              <a:ea typeface="+mn-lt"/>
              <a:cs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588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Customers can create accounts and log in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Customers can schedule, cancel, or modify driving lessons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Customers can take online practice tests and view progress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Staff (secretary) can schedule lessons and manage customer information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Administrators can manage users, schedules, and system data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The system connects with the DMV to stay updated on rules and test content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64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Activity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sz="2400" dirty="0">
              <a:solidFill>
                <a:srgbClr val="000000"/>
              </a:solidFill>
            </a:endParaRPr>
          </a:p>
        </p:txBody>
      </p:sp>
      <p:pic>
        <p:nvPicPr>
          <p:cNvPr id="4" name="Picture 3" descr="A diagram of a driver pass system&#10;&#10;AI-generated content may be incorrect.">
            <a:extLst>
              <a:ext uri="{FF2B5EF4-FFF2-40B4-BE49-F238E27FC236}">
                <a16:creationId xmlns:a16="http://schemas.microsoft.com/office/drawing/2014/main" id="{10F70821-C420-CFA7-D978-6A9393712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128" y="1075345"/>
            <a:ext cx="6200138" cy="47215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05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Secure login with username and password </a:t>
            </a:r>
            <a:endParaRPr lang="en-US" sz="24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Encrypted passwords to protect user data 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Account lockout after multiple failed login attempts 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Role-based access to limit what users can see and do 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HTTPS used to protect data during transmission</a:t>
            </a:r>
            <a:endParaRPr>
              <a:ea typeface="+mn-lt"/>
              <a:cs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84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Requires internet access to function 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Scheduling conflicts may still occur </a:t>
            </a:r>
            <a:endParaRPr lang="en-US"/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Limited features based on time and budget </a:t>
            </a:r>
            <a:endParaRPr lang="en-US"/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Does not include advanced features like real-time tracking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5141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WebD281</Template>
  <TotalTime>1342</TotalTime>
  <Words>308</Words>
  <Application>Microsoft Office PowerPoint</Application>
  <PresentationFormat>Widescreen</PresentationFormat>
  <Paragraphs>24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DriverPass System Analysis</vt:lpstr>
      <vt:lpstr>System Requirements</vt:lpstr>
      <vt:lpstr>Use Case Diagram</vt:lpstr>
      <vt:lpstr>Activity Diagram</vt:lpstr>
      <vt:lpstr>Security</vt:lpstr>
      <vt:lpstr>System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</dc:title>
  <dc:creator>Loay Alnaji</dc:creator>
  <cp:lastModifiedBy>Russo, Jordan</cp:lastModifiedBy>
  <cp:revision>32</cp:revision>
  <dcterms:created xsi:type="dcterms:W3CDTF">2019-10-14T02:36:52Z</dcterms:created>
  <dcterms:modified xsi:type="dcterms:W3CDTF">2026-04-19T14:34:01Z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17B2C008-CF5F-4D7E-BF2C-A283A0269B28</vt:lpwstr>
  </property>
  <property fmtid="{D5CDD505-2E9C-101B-9397-08002B2CF9AE}" pid="3" name="ArticulatePath">
    <vt:lpwstr>CS 255 Client Presentation Template</vt:lpwstr>
  </property>
</Properties>
</file>